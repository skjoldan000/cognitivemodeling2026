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278A-44C3-5EF8-83DC-E8D8EEBED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A9AE53-948B-DFE3-9A5C-E6224B0EB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1DA4D-969C-3B15-DDC0-3BE9ECDE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14CCC-CDA1-2386-33A6-93D48247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2B212-4B7A-B650-2296-2ECE7C97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07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0226-F999-6EC8-E1BB-AF865C87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C5C97-B5DC-544B-3616-324E4349E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C9E90-FE86-FDD6-0C20-EC67EB98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71C84-EE59-1D00-6230-3BE915C3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949CE-DEE3-EBFB-00D0-E0588462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76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91A00-7BC0-4A3D-37B8-E615ADD4F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A4324-3841-6248-4027-51303236E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1C86C-4980-B0CA-E956-FCA7254F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23A3F-91A2-16E7-37C8-6BAE72813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F865-7CF1-05D1-6F09-285DB737A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079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363A6-0FA3-8324-EE41-2B21856C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D7367-04F4-61C8-91FE-E0AF3CB40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0D1BC-FC6B-C190-6856-1A977C4A4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BC63D-8E5A-74A8-4023-7D89B8BC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27F65-AF60-29BD-E3DB-24614C58F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B7525-7916-AD6B-F1AF-A871C494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80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D195-8B74-BB5E-FD5A-2C9B8E8F5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CA22A-08E8-4FF5-A2CC-3DB755325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B100B-5FF9-3A6F-8B89-968449AEF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68816-32E8-0605-BE0A-D0B3E2FE1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40A97-5C1D-F3EB-1912-67BD2D6CC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E4D80C-59B1-EB2B-E9EE-0C096039B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BE903-D45A-F2C0-438D-105B00AEE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2F3B77-E39D-F3AB-35EF-77A1B07A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601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BE39-A207-0EAA-C350-114A121D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A04D8-7868-410D-8B4A-0BF5BD88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E35A4-3B49-611E-F482-7A677D98C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CB20A-B62F-5695-508B-B6513F26B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74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62896A-D93A-3312-C792-D26007416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C0109C-18CE-BBEF-1772-759E9C3B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278D7-17B4-DD2A-0B3A-0AE959F4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02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FAEBA-8A5E-7201-263F-0009E9E40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E6E35-2D61-F4C4-A081-472FAB735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CEA87-E4F0-FCBC-8DA5-D1DF8E78F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79C6A-CDCE-FEF0-F3E8-3A70B37F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42F21-ABC7-A83C-317B-1EA9E5A2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2E34F-B4F0-F51C-A4E6-919BF734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393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1924-5C10-3003-BA30-C1F26F0ED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C2D7C-D90D-8810-75B7-D0F88D0C8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D26D6-3526-1C3A-0B54-A9C430DB4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68C70-632F-0BB0-7029-56C066479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C9E87-A705-73DC-0796-20E90903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C9271-CF27-E40B-7B0F-CEE6FE53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365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4A73-A56E-AAE1-7B41-22788D9A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63739-568A-8C1F-3C87-94422B525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4343B-A500-8755-229A-0FE401B1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C84B-268D-28F2-B1E1-DE745DE04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2BDD8-C6BA-D1F8-A1BC-A4149665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74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306DB3-294F-8F77-88C9-CFE75C767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FB23F-B18A-AF33-D02C-5D1253FC0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B683D-C799-90F2-A732-45EE2538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ABD0A-56E4-1FE4-8567-22CDBFCDA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46564-338E-429B-1B3C-98480016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352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42C52-FCB5-1CDC-EEDF-49ACB48A1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91CE0-587C-DEEE-95AD-1E9D71ED2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67F38-1071-ED07-7D6E-664B19BE6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FC520-969F-44E3-94E8-F4BD2D99C7B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BB987-4558-8D70-5CAC-CE969DD8A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5479C-8731-1715-68DA-C1F806849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041D5-3B44-4ECD-A1FE-193C980421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59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gnup" TargetMode="External"/><Relationship Id="rId2" Type="http://schemas.openxmlformats.org/officeDocument/2006/relationships/hyperlink" Target="https://git-scm.com/instal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9F757-6F15-4BFB-422B-5CCC8B2D4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947" y="572348"/>
            <a:ext cx="9144000" cy="2387600"/>
          </a:xfrm>
        </p:spPr>
        <p:txBody>
          <a:bodyPr/>
          <a:lstStyle/>
          <a:p>
            <a:r>
              <a:rPr lang="en-GB" dirty="0"/>
              <a:t>Brief intro to Git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C0165-889B-933A-6518-0D8AF2A46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2947" y="3052022"/>
            <a:ext cx="9144000" cy="3370209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Install:</a:t>
            </a:r>
            <a:br>
              <a:rPr lang="en-GB" dirty="0"/>
            </a:br>
            <a:r>
              <a:rPr lang="en-GB" dirty="0">
                <a:hlinkClick r:id="rId2"/>
              </a:rPr>
              <a:t>https://git-scm.com/install/</a:t>
            </a:r>
            <a:endParaRPr lang="en-GB" dirty="0"/>
          </a:p>
          <a:p>
            <a:r>
              <a:rPr lang="en-GB" dirty="0"/>
              <a:t>Add to PATH when prompted</a:t>
            </a:r>
          </a:p>
          <a:p>
            <a:r>
              <a:rPr lang="en-GB" dirty="0"/>
              <a:t>https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://github.com/skjoldan000/CognitiveModeling2026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Create your own </a:t>
            </a:r>
            <a:r>
              <a:rPr lang="en-GB" dirty="0" err="1"/>
              <a:t>github</a:t>
            </a:r>
            <a:r>
              <a:rPr lang="en-GB" dirty="0"/>
              <a:t> account </a:t>
            </a:r>
            <a:br>
              <a:rPr lang="en-GB" dirty="0"/>
            </a:br>
            <a:r>
              <a:rPr lang="en-GB" dirty="0"/>
              <a:t>(optional for now) </a:t>
            </a:r>
          </a:p>
          <a:p>
            <a:r>
              <a:rPr lang="en-GB" dirty="0">
                <a:hlinkClick r:id="rId3"/>
              </a:rPr>
              <a:t>https://github.com/signup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B6483-A5AD-B6CA-778E-F9E2AFDF8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871" y="1197823"/>
            <a:ext cx="3524250" cy="35242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BC7D6B-1266-47E0-3B16-864306C01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50207"/>
            <a:ext cx="3270866" cy="329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30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2036-002E-417C-4F93-B947191AD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git and why is it useful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2355A-2B6E-EA2F-D875-5A77F7414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is version control system</a:t>
            </a:r>
          </a:p>
          <a:p>
            <a:r>
              <a:rPr lang="en-GB" dirty="0"/>
              <a:t>Allows you “save” many versions of the same file(s) as you are working on them; often scripts, but can also be text files, e.g. latex</a:t>
            </a:r>
          </a:p>
          <a:p>
            <a:pPr lvl="1"/>
            <a:r>
              <a:rPr lang="en-GB" dirty="0"/>
              <a:t>Avoid “script_3_final_2(3).r”</a:t>
            </a:r>
          </a:p>
          <a:p>
            <a:r>
              <a:rPr lang="en-GB" dirty="0"/>
              <a:t>Allows you to track  changes you make as you work, and leave log messages about the changes you made</a:t>
            </a:r>
          </a:p>
          <a:p>
            <a:r>
              <a:rPr lang="en-GB" dirty="0"/>
              <a:t>Minimises storage space by on saving “diffs” between versions</a:t>
            </a:r>
          </a:p>
          <a:p>
            <a:r>
              <a:rPr lang="en-GB" dirty="0"/>
              <a:t>Allows multiple people to work on the same project and merge changes</a:t>
            </a:r>
          </a:p>
        </p:txBody>
      </p:sp>
    </p:spTree>
    <p:extLst>
      <p:ext uri="{BB962C8B-B14F-4D97-AF65-F5344CB8AC3E}">
        <p14:creationId xmlns:p14="http://schemas.microsoft.com/office/powerpoint/2010/main" val="246002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B0EA1-9BAA-5834-4BB3-746641243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work with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19655-CEBC-9E10-1435-373867D93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7583" cy="145670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Work with files as you normally would (working </a:t>
            </a:r>
            <a:r>
              <a:rPr lang="en-GB" dirty="0" err="1"/>
              <a:t>dir</a:t>
            </a:r>
            <a:r>
              <a:rPr lang="en-GB" dirty="0"/>
              <a:t>)</a:t>
            </a:r>
          </a:p>
          <a:p>
            <a:r>
              <a:rPr lang="en-GB" dirty="0"/>
              <a:t>Once you have a set of changes, add them to staging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DB4D02-5794-2776-36BF-3C678E1F435B}"/>
              </a:ext>
            </a:extLst>
          </p:cNvPr>
          <p:cNvSpPr/>
          <p:nvPr/>
        </p:nvSpPr>
        <p:spPr>
          <a:xfrm>
            <a:off x="838200" y="4271236"/>
            <a:ext cx="2166257" cy="1258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Working directory</a:t>
            </a:r>
          </a:p>
          <a:p>
            <a:pPr algn="ctr"/>
            <a:r>
              <a:rPr lang="en-GB" dirty="0"/>
              <a:t>(local file system)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C944CF-CCF4-1E19-1ECF-6D452BA323A1}"/>
              </a:ext>
            </a:extLst>
          </p:cNvPr>
          <p:cNvSpPr/>
          <p:nvPr/>
        </p:nvSpPr>
        <p:spPr>
          <a:xfrm>
            <a:off x="3437021" y="4271236"/>
            <a:ext cx="2166257" cy="1258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Staging</a:t>
            </a:r>
          </a:p>
          <a:p>
            <a:pPr algn="ctr"/>
            <a:r>
              <a:rPr lang="en-GB" dirty="0"/>
              <a:t>(what should be added to local repo)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6E99D-B46F-61BA-FB0C-23A8395A8047}"/>
              </a:ext>
            </a:extLst>
          </p:cNvPr>
          <p:cNvSpPr/>
          <p:nvPr/>
        </p:nvSpPr>
        <p:spPr>
          <a:xfrm>
            <a:off x="6035842" y="4271236"/>
            <a:ext cx="2166257" cy="1258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Local repository</a:t>
            </a:r>
          </a:p>
          <a:p>
            <a:pPr algn="ctr"/>
            <a:r>
              <a:rPr lang="en-GB" dirty="0"/>
              <a:t>(local version control)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20FC43-D1E5-9192-CD2D-7F4B802712ED}"/>
              </a:ext>
            </a:extLst>
          </p:cNvPr>
          <p:cNvSpPr/>
          <p:nvPr/>
        </p:nvSpPr>
        <p:spPr>
          <a:xfrm>
            <a:off x="8634663" y="4271236"/>
            <a:ext cx="2166257" cy="1258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Remote repository</a:t>
            </a:r>
          </a:p>
          <a:p>
            <a:pPr algn="ctr"/>
            <a:r>
              <a:rPr lang="en-GB" dirty="0"/>
              <a:t>(hosted somewhere, e.g. GitHub)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5E347DD-9E22-8963-3769-6063A7D8AE79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 rot="5400000" flipH="1" flipV="1">
            <a:off x="3220739" y="2971826"/>
            <a:ext cx="12700" cy="2598821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043E3A-BD44-5B5D-71B6-5E554DE418E9}"/>
              </a:ext>
            </a:extLst>
          </p:cNvPr>
          <p:cNvSpPr txBox="1"/>
          <p:nvPr/>
        </p:nvSpPr>
        <p:spPr>
          <a:xfrm>
            <a:off x="3004457" y="3588941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add</a:t>
            </a: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632BF217-B6C9-B1C1-21FD-F252275E6E1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813210" y="2971826"/>
            <a:ext cx="12700" cy="2598821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B91031-89FA-ED21-CA4C-72FE145C6D9F}"/>
              </a:ext>
            </a:extLst>
          </p:cNvPr>
          <p:cNvSpPr txBox="1"/>
          <p:nvPr/>
        </p:nvSpPr>
        <p:spPr>
          <a:xfrm>
            <a:off x="5535668" y="3588941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commit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9AF2DF-DA95-BAA0-95C6-C00E26DE7D07}"/>
              </a:ext>
            </a:extLst>
          </p:cNvPr>
          <p:cNvSpPr txBox="1"/>
          <p:nvPr/>
        </p:nvSpPr>
        <p:spPr>
          <a:xfrm>
            <a:off x="7852606" y="3588941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push</a:t>
            </a: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73AFB661-D98C-726B-6277-D31A9F4ABFA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405682" y="2971826"/>
            <a:ext cx="12700" cy="2598821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1B040FF8-5B7A-E0A4-0464-7DE4C71C0A56}"/>
              </a:ext>
            </a:extLst>
          </p:cNvPr>
          <p:cNvCxnSpPr>
            <a:cxnSpLocks/>
            <a:stCxn id="8" idx="2"/>
            <a:endCxn id="7" idx="2"/>
          </p:cNvCxnSpPr>
          <p:nvPr/>
        </p:nvCxnSpPr>
        <p:spPr>
          <a:xfrm rot="5400000">
            <a:off x="8418382" y="4230595"/>
            <a:ext cx="12700" cy="2598821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865AA4BC-1914-193F-AB29-FE8F33B6BD95}"/>
              </a:ext>
            </a:extLst>
          </p:cNvPr>
          <p:cNvCxnSpPr>
            <a:cxnSpLocks/>
            <a:stCxn id="6" idx="2"/>
            <a:endCxn id="4" idx="2"/>
          </p:cNvCxnSpPr>
          <p:nvPr/>
        </p:nvCxnSpPr>
        <p:spPr>
          <a:xfrm rot="5400000">
            <a:off x="3220740" y="4230595"/>
            <a:ext cx="12700" cy="2598821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C690A8E4-5283-C9E0-97D2-0780ECD06731}"/>
              </a:ext>
            </a:extLst>
          </p:cNvPr>
          <p:cNvCxnSpPr>
            <a:cxnSpLocks/>
            <a:stCxn id="8" idx="2"/>
            <a:endCxn id="4" idx="2"/>
          </p:cNvCxnSpPr>
          <p:nvPr/>
        </p:nvCxnSpPr>
        <p:spPr>
          <a:xfrm rot="5400000">
            <a:off x="5819561" y="1631774"/>
            <a:ext cx="12700" cy="7796463"/>
          </a:xfrm>
          <a:prstGeom prst="curvedConnector3">
            <a:avLst>
              <a:gd name="adj1" fmla="val 90000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70D86D3-6906-C36B-29FC-36B348029773}"/>
              </a:ext>
            </a:extLst>
          </p:cNvPr>
          <p:cNvSpPr txBox="1"/>
          <p:nvPr/>
        </p:nvSpPr>
        <p:spPr>
          <a:xfrm>
            <a:off x="5535668" y="6256514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pull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FAD31A-7ECD-13CE-6580-9CEC80F8C4F0}"/>
              </a:ext>
            </a:extLst>
          </p:cNvPr>
          <p:cNvSpPr txBox="1"/>
          <p:nvPr/>
        </p:nvSpPr>
        <p:spPr>
          <a:xfrm>
            <a:off x="7852606" y="5705418"/>
            <a:ext cx="695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fetch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B9F049-472F-CD97-2CB7-B2D1AC987BC1}"/>
              </a:ext>
            </a:extLst>
          </p:cNvPr>
          <p:cNvSpPr txBox="1"/>
          <p:nvPr/>
        </p:nvSpPr>
        <p:spPr>
          <a:xfrm>
            <a:off x="2877114" y="5705418"/>
            <a:ext cx="887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restore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1E7C6FE2-E2EB-514F-1625-DD7A8F48656A}"/>
              </a:ext>
            </a:extLst>
          </p:cNvPr>
          <p:cNvSpPr txBox="1">
            <a:spLocks/>
          </p:cNvSpPr>
          <p:nvPr/>
        </p:nvSpPr>
        <p:spPr>
          <a:xfrm>
            <a:off x="5945940" y="1825625"/>
            <a:ext cx="4957583" cy="14567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Commit the staged changes to local repo, with message</a:t>
            </a:r>
          </a:p>
          <a:p>
            <a:r>
              <a:rPr lang="en-GB" dirty="0"/>
              <a:t>Push changes to remote repo for backup/collaboration</a:t>
            </a: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3AD1BC74-D811-22E7-F480-5D37D5CB1226}"/>
              </a:ext>
            </a:extLst>
          </p:cNvPr>
          <p:cNvCxnSpPr>
            <a:cxnSpLocks/>
            <a:stCxn id="7" idx="2"/>
            <a:endCxn id="4" idx="2"/>
          </p:cNvCxnSpPr>
          <p:nvPr/>
        </p:nvCxnSpPr>
        <p:spPr>
          <a:xfrm rot="5400000">
            <a:off x="4520150" y="2931184"/>
            <a:ext cx="12700" cy="5197642"/>
          </a:xfrm>
          <a:prstGeom prst="curvedConnector3">
            <a:avLst>
              <a:gd name="adj1" fmla="val 54270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3864248-F901-70CC-2EDC-5B5C1A728FE9}"/>
              </a:ext>
            </a:extLst>
          </p:cNvPr>
          <p:cNvSpPr txBox="1"/>
          <p:nvPr/>
        </p:nvSpPr>
        <p:spPr>
          <a:xfrm>
            <a:off x="5255691" y="5705418"/>
            <a:ext cx="808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2793097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8F4F-6673-C3A9-7F35-E342CF1F9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Branches</a:t>
            </a:r>
          </a:p>
        </p:txBody>
      </p:sp>
      <p:pic>
        <p:nvPicPr>
          <p:cNvPr id="3078" name="Picture 6" descr="Git Branching Strategy | WaveMaker Docs">
            <a:extLst>
              <a:ext uri="{FF2B5EF4-FFF2-40B4-BE49-F238E27FC236}">
                <a16:creationId xmlns:a16="http://schemas.microsoft.com/office/drawing/2014/main" id="{3A92D1B6-50E6-C582-0529-055503EEE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788" y="2050257"/>
            <a:ext cx="7122424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45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C681C-F4CB-FA5D-A2DA-22F5A15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 to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D78A3-633F-24B2-0811-D7C81C398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76350" cy="4351338"/>
          </a:xfrm>
        </p:spPr>
        <p:txBody>
          <a:bodyPr/>
          <a:lstStyle/>
          <a:p>
            <a:r>
              <a:rPr lang="en-GB" dirty="0"/>
              <a:t>https://github.com/skjoldan000/CognitiveModeling2026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8A9FA5-E1F2-7B59-B723-590AE954A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768" y="1933575"/>
            <a:ext cx="3905250" cy="390525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3375A3-F455-388C-0519-25CEB5C84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30" y="2999244"/>
            <a:ext cx="6497247" cy="299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82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C177B-0CBC-48AF-6FC7-3BE3EC91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Terminal commands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5ACF1-F0D4-8EC5-0500-244694FC8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2460"/>
            <a:ext cx="7069431" cy="181803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6CCBABF-FCB1-7EED-F303-77EC7064DC78}"/>
              </a:ext>
            </a:extLst>
          </p:cNvPr>
          <p:cNvSpPr txBox="1">
            <a:spLocks/>
          </p:cNvSpPr>
          <p:nvPr/>
        </p:nvSpPr>
        <p:spPr>
          <a:xfrm>
            <a:off x="838200" y="36655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/>
              <a:t>Git commands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8C138A-C468-21AE-BE1C-5524A4357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3468" y="1392460"/>
            <a:ext cx="3862317" cy="4784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For now, if you want to make changes in one/more of the files, e.g. for experimentation, copy that file first.</a:t>
            </a:r>
          </a:p>
          <a:p>
            <a:r>
              <a:rPr lang="en-GB" dirty="0"/>
              <a:t>This will avoid merge conflicts, if both you and I have modified the same parts of the same file next time you git pull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4E4826F-83D9-ACD5-A47A-094904763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82778"/>
            <a:ext cx="7069431" cy="191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46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19786</TotalTime>
  <Words>312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Brief intro to Git</vt:lpstr>
      <vt:lpstr>What is git and why is it useful</vt:lpstr>
      <vt:lpstr>How to work with git</vt:lpstr>
      <vt:lpstr>Branches</vt:lpstr>
      <vt:lpstr>Go to link</vt:lpstr>
      <vt:lpstr>Terminal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Skjoldan Mortensen</dc:creator>
  <cp:lastModifiedBy>Erik Skjoldan Mortensen</cp:lastModifiedBy>
  <cp:revision>4</cp:revision>
  <dcterms:created xsi:type="dcterms:W3CDTF">2026-03-10T11:22:21Z</dcterms:created>
  <dcterms:modified xsi:type="dcterms:W3CDTF">2026-04-13T12:48:03Z</dcterms:modified>
</cp:coreProperties>
</file>